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84" r:id="rId7"/>
    <p:sldId id="276" r:id="rId8"/>
    <p:sldId id="289" r:id="rId9"/>
    <p:sldId id="290" r:id="rId10"/>
    <p:sldId id="280" r:id="rId11"/>
    <p:sldId id="281" r:id="rId12"/>
    <p:sldId id="285" r:id="rId13"/>
    <p:sldId id="286" r:id="rId14"/>
    <p:sldId id="287" r:id="rId15"/>
    <p:sldId id="288" r:id="rId16"/>
    <p:sldId id="282" r:id="rId17"/>
    <p:sldId id="283" r:id="rId18"/>
    <p:sldId id="268" r:id="rId1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6EF987-45F4-4326-A611-8F6C5BBC4835}">
          <p14:sldIdLst>
            <p14:sldId id="256"/>
            <p14:sldId id="257"/>
            <p14:sldId id="284"/>
            <p14:sldId id="276"/>
            <p14:sldId id="289"/>
            <p14:sldId id="290"/>
            <p14:sldId id="280"/>
            <p14:sldId id="281"/>
            <p14:sldId id="285"/>
            <p14:sldId id="286"/>
            <p14:sldId id="287"/>
            <p14:sldId id="288"/>
            <p14:sldId id="282"/>
            <p14:sldId id="283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440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3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pescriptlang.org/docs/" TargetMode="External"/><Relationship Id="rId7" Type="http://schemas.openxmlformats.org/officeDocument/2006/relationships/hyperlink" Target="https://developer.mozilla.org/en-US/docs/Web/API/Canvas_API" TargetMode="External"/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adix-ui.com/primitives/docs/overview/introduction" TargetMode="External"/><Relationship Id="rId5" Type="http://schemas.openxmlformats.org/officeDocument/2006/relationships/hyperlink" Target="https://tailwindcss.com/docs" TargetMode="External"/><Relationship Id="rId4" Type="http://schemas.openxmlformats.org/officeDocument/2006/relationships/hyperlink" Target="https://reactrouter.com/en/main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909457"/>
            <a:ext cx="9144000" cy="572731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Aptiora</a:t>
            </a: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i="1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Powered Aptitude Learning Platform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Ayushi(2210990206)</a:t>
            </a:r>
            <a:b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Nishtha Bansal (2210990620)</a:t>
            </a:r>
            <a:b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Dhruv Aggarwal(2210990270)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Gifty Gupta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57200" y="1109742"/>
            <a:ext cx="8229240" cy="524677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Aptiora</a:t>
            </a:r>
            <a:r>
              <a:rPr lang="en-US" sz="2400" dirty="0"/>
              <a:t> is an </a:t>
            </a:r>
            <a:r>
              <a:rPr lang="en-US" sz="2400" b="1" dirty="0"/>
              <a:t>online learning platform</a:t>
            </a:r>
            <a:r>
              <a:rPr lang="en-US" sz="2400" dirty="0"/>
              <a:t> developed to help students prepare for </a:t>
            </a:r>
            <a:r>
              <a:rPr lang="en-US" sz="2400" b="1" dirty="0"/>
              <a:t>Aptitude, Logical Reasoning, and Verbal Ability</a:t>
            </a:r>
            <a:r>
              <a:rPr lang="en-US" sz="2400" dirty="0"/>
              <a:t> tests in an </a:t>
            </a:r>
            <a:r>
              <a:rPr lang="en-US" sz="2400" b="1" dirty="0"/>
              <a:t>interactive and effective</a:t>
            </a:r>
            <a:r>
              <a:rPr lang="en-US" sz="2400" dirty="0"/>
              <a:t> way.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platform offers </a:t>
            </a:r>
            <a:r>
              <a:rPr lang="en-US" sz="2400" b="1" dirty="0"/>
              <a:t>practice questions, quizzes, mock tests, and performance tracking</a:t>
            </a:r>
            <a:r>
              <a:rPr lang="en-US" sz="2400" dirty="0"/>
              <a:t> to improve </a:t>
            </a:r>
            <a:r>
              <a:rPr lang="en-US" sz="2400" b="1" dirty="0"/>
              <a:t>problem-solving skills, analytical thinking, speed, and accuracy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Aptiora</a:t>
            </a:r>
            <a:r>
              <a:rPr lang="en-US" sz="2400" dirty="0"/>
              <a:t> supports students in </a:t>
            </a:r>
            <a:r>
              <a:rPr lang="en-US" sz="2400" b="1" dirty="0"/>
              <a:t>placement preparation, competitive examinations, and job assessments</a:t>
            </a:r>
            <a:r>
              <a:rPr lang="en-US" sz="2400" dirty="0"/>
              <a:t> through a </a:t>
            </a:r>
            <a:r>
              <a:rPr lang="en-US" sz="2400" b="1" dirty="0"/>
              <a:t>simple, user-friendly, and accessible</a:t>
            </a:r>
            <a:r>
              <a:rPr lang="en-US" sz="2400" dirty="0"/>
              <a:t> learning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66B5-70F0-59A8-A9EB-6C019A67E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FEF900-F0F9-9964-6034-835A7A6F5965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323850" y="1294219"/>
            <a:ext cx="84963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objective of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Aptiora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to help students prepare effectively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placement exams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competitive tests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and user-friendly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learning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thinking skills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 and accuracy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 materials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a single platform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 students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placement preparation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 learning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simple, organized, and interactive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Aptiora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aims to create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and accessible learning experience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students.</a:t>
            </a:r>
          </a:p>
        </p:txBody>
      </p:sp>
    </p:spTree>
    <p:extLst>
      <p:ext uri="{BB962C8B-B14F-4D97-AF65-F5344CB8AC3E}">
        <p14:creationId xmlns:p14="http://schemas.microsoft.com/office/powerpoint/2010/main" val="127847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B4B9-8AC9-9B21-8E37-BB25A1704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0129262-5BF2-C934-D7F5-75CEC97B2185}"/>
              </a:ext>
            </a:extLst>
          </p:cNvPr>
          <p:cNvSpPr txBox="1"/>
          <p:nvPr/>
        </p:nvSpPr>
        <p:spPr>
          <a:xfrm>
            <a:off x="207818" y="0"/>
            <a:ext cx="7374082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Methodology, Approach &amp; Techniques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0449709-0D2A-5183-79F8-3064053D7AD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20E57B1-A690-32FA-A023-7F2D6578B8DE}"/>
              </a:ext>
            </a:extLst>
          </p:cNvPr>
          <p:cNvSpPr txBox="1"/>
          <p:nvPr/>
        </p:nvSpPr>
        <p:spPr>
          <a:xfrm>
            <a:off x="457380" y="1015184"/>
            <a:ext cx="8229060" cy="569816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b="1" dirty="0"/>
              <a:t>Methodology:</a:t>
            </a:r>
          </a:p>
          <a:p>
            <a:r>
              <a:rPr lang="en-US" sz="2000" dirty="0"/>
              <a:t>The development of </a:t>
            </a:r>
            <a:r>
              <a:rPr lang="en-US" sz="2000" b="1" dirty="0" err="1"/>
              <a:t>Aptiora</a:t>
            </a:r>
            <a:r>
              <a:rPr lang="en-US" sz="2000" dirty="0"/>
              <a:t> followed a </a:t>
            </a:r>
            <a:r>
              <a:rPr lang="en-US" sz="2000" b="1" dirty="0"/>
              <a:t>structured methodology</a:t>
            </a:r>
            <a:r>
              <a:rPr lang="en-US" sz="2000" dirty="0"/>
              <a:t> to create an effective and user-friendly aptitude preparation platform.</a:t>
            </a:r>
          </a:p>
          <a:p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Development Process: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Requirement Analysis</a:t>
            </a:r>
            <a:r>
              <a:rPr lang="en-US" sz="2000" dirty="0"/>
              <a:t> – Identified the needs of students preparing for placements and competitive exams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System Design</a:t>
            </a:r>
            <a:r>
              <a:rPr lang="en-US" sz="2000" dirty="0"/>
              <a:t> – Planned an easy-to-use interface and smooth navigation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Module Development</a:t>
            </a:r>
            <a:r>
              <a:rPr lang="en-US" sz="2000" dirty="0"/>
              <a:t> – Created sections for aptitude, logical reasoning, verbal ability, and mock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Testing &amp; Improvement</a:t>
            </a:r>
            <a:r>
              <a:rPr lang="en-US" sz="2000" dirty="0"/>
              <a:t> – Removed errors and enhanced system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Deployment</a:t>
            </a:r>
            <a:r>
              <a:rPr lang="en-US" sz="2000" dirty="0"/>
              <a:t> – Launched the platform online for easy accessibility</a:t>
            </a:r>
          </a:p>
          <a:p>
            <a:endParaRPr lang="en-US" sz="2000" dirty="0"/>
          </a:p>
          <a:p>
            <a:r>
              <a:rPr lang="en-US" sz="2000" dirty="0"/>
              <a:t>This methodology ensured an </a:t>
            </a:r>
            <a:r>
              <a:rPr lang="en-US" sz="2000" b="1" dirty="0"/>
              <a:t>organized, efficient, and interactive learning experience</a:t>
            </a:r>
            <a:r>
              <a:rPr lang="en-US" sz="2000" dirty="0"/>
              <a:t> for users.</a:t>
            </a:r>
          </a:p>
        </p:txBody>
      </p:sp>
    </p:spTree>
    <p:extLst>
      <p:ext uri="{BB962C8B-B14F-4D97-AF65-F5344CB8AC3E}">
        <p14:creationId xmlns:p14="http://schemas.microsoft.com/office/powerpoint/2010/main" val="211432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ADA8AB-E838-718C-2E6B-1A65869F555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366684"/>
            <a:ext cx="8229240" cy="4375356"/>
          </a:xfrm>
        </p:spPr>
        <p:txBody>
          <a:bodyPr/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200" b="1" dirty="0"/>
              <a:t>Approach: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Requirement Analysis</a:t>
            </a:r>
            <a:r>
              <a:rPr lang="en-US" sz="2200" dirty="0"/>
              <a:t> – Understanding student needs and exam patterns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UI/UX Design</a:t>
            </a:r>
            <a:r>
              <a:rPr lang="en-US" sz="2200" dirty="0"/>
              <a:t> – Creating a simple and interactive interface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Module Development</a:t>
            </a:r>
            <a:r>
              <a:rPr lang="en-US" sz="2200" dirty="0"/>
              <a:t> – Building aptitude, reasoning, and verbal sections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Testing &amp; Validation</a:t>
            </a:r>
            <a:r>
              <a:rPr lang="en-US" sz="2200" dirty="0"/>
              <a:t> – Ensuring accuracy and smooth performance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Deployment</a:t>
            </a:r>
            <a:r>
              <a:rPr lang="en-US" sz="2200" dirty="0"/>
              <a:t> – Making the platform accessible online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Performance Tracking</a:t>
            </a:r>
            <a:r>
              <a:rPr lang="en-US" sz="2200" dirty="0"/>
              <a:t> – Helping users analyze progress and improvement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56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754565-77EB-E9A4-54C5-A646179DBF5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801164"/>
            <a:ext cx="8229240" cy="4477781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/>
              <a:t>Techniques Used: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Responsive Web Design</a:t>
            </a:r>
            <a:r>
              <a:rPr lang="en-IN" sz="2000" dirty="0"/>
              <a:t> for better user experience across devices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Component-Based Development</a:t>
            </a:r>
            <a:r>
              <a:rPr lang="en-IN" sz="2000" dirty="0"/>
              <a:t> using React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Type Safety</a:t>
            </a:r>
            <a:r>
              <a:rPr lang="en-IN" sz="2000" dirty="0"/>
              <a:t> with TypeScript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Dynamic Routing</a:t>
            </a:r>
            <a:r>
              <a:rPr lang="en-IN" sz="2000" dirty="0"/>
              <a:t> using React Router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Interactive UI Styling</a:t>
            </a:r>
            <a:r>
              <a:rPr lang="en-IN" sz="2000" dirty="0"/>
              <a:t> with Tailwind CSS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Data Visualization</a:t>
            </a:r>
            <a:r>
              <a:rPr lang="en-IN" sz="2000" dirty="0"/>
              <a:t> using Recharts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Smooth Animations</a:t>
            </a:r>
            <a:r>
              <a:rPr lang="en-IN" sz="2000" dirty="0"/>
              <a:t> with Framer Motion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Real-Time Notifications</a:t>
            </a:r>
            <a:r>
              <a:rPr lang="en-IN" sz="2000" dirty="0"/>
              <a:t> using Sonner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Canvas API Integration</a:t>
            </a:r>
            <a:r>
              <a:rPr lang="en-IN" sz="2000" dirty="0"/>
              <a:t> for interactive workspace features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Performance Testing &amp; Debugging</a:t>
            </a:r>
            <a:r>
              <a:rPr lang="en-IN" sz="2000" dirty="0"/>
              <a:t> for system optimization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367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49ABE-A916-A076-A2CB-4A940F313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317515F6-861B-171B-3F4A-BA5A220D712E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A81AC07-C9E5-E466-2111-049690C204A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B2477-FC11-1CDD-6DFA-CF31393DC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31" b="14445"/>
          <a:stretch>
            <a:fillRect/>
          </a:stretch>
        </p:blipFill>
        <p:spPr>
          <a:xfrm>
            <a:off x="1926405" y="1089060"/>
            <a:ext cx="5041428" cy="504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71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E341-8CD5-B179-5DD5-A4A2637E8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3F2240B-37A1-FAA7-826D-ADC98541598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21236BC-48CF-233B-2E56-69F1B156B485}"/>
              </a:ext>
            </a:extLst>
          </p:cNvPr>
          <p:cNvSpPr txBox="1"/>
          <p:nvPr/>
        </p:nvSpPr>
        <p:spPr>
          <a:xfrm>
            <a:off x="457200" y="1109742"/>
            <a:ext cx="822924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/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AD9ACF-5188-985F-88F9-67EBEC1E0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67" y="1109742"/>
            <a:ext cx="8909866" cy="513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81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7144F-121A-227C-9778-E8C0E6157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643" y="482885"/>
            <a:ext cx="4325420" cy="236306"/>
          </a:xfrm>
        </p:spPr>
        <p:txBody>
          <a:bodyPr/>
          <a:lstStyle/>
          <a:p>
            <a:pPr algn="just"/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b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A6D560-C8AA-0B04-AA0E-D1357E072B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41"/>
          <a:stretch>
            <a:fillRect/>
          </a:stretch>
        </p:blipFill>
        <p:spPr>
          <a:xfrm>
            <a:off x="0" y="914041"/>
            <a:ext cx="6143945" cy="29802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86FD8D-C82F-EC79-15BF-7E1C93BCC3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190" y="3899766"/>
            <a:ext cx="5731510" cy="271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7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8EE3-6CE6-DF69-1415-5FCCB2078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157" y="297951"/>
            <a:ext cx="4345970" cy="678094"/>
          </a:xfrm>
        </p:spPr>
        <p:txBody>
          <a:bodyPr/>
          <a:lstStyle/>
          <a:p>
            <a:pPr algn="ctr"/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b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BF889-EE1D-F48F-E733-59EC81D680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51" y="1399208"/>
            <a:ext cx="8361924" cy="461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85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3423-E1E0-5FC6-199E-97E48EDC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D6C06-6ECE-252F-D833-733A7B671D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91" y="1217337"/>
            <a:ext cx="8547365" cy="493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95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8121-8312-A816-075A-6973420B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63219E-9F11-8926-7B8C-7BD779EA27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8996"/>
            <a:ext cx="8989888" cy="515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12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A0D22-E3E9-9ED2-4B98-AC7ABDF4C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1FFE6B6-3EDB-C213-472D-2B085BAC150F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CB82133-65A0-B19D-0EDF-F86B12CC9CC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2EDBBFA-F28B-53CE-9B87-295A19ED4237}"/>
              </a:ext>
            </a:extLst>
          </p:cNvPr>
          <p:cNvSpPr txBox="1"/>
          <p:nvPr/>
        </p:nvSpPr>
        <p:spPr>
          <a:xfrm>
            <a:off x="457200" y="1109742"/>
            <a:ext cx="822924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/>
            <a:endParaRPr lang="en-US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B355F3-8536-58BE-4DD8-EDDAAD8C8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" y="1503170"/>
            <a:ext cx="86741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Aptiora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effective and interactive learning platform that helps students improve their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aptitude, logical reasoning, and verbal 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skills. Through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 questions, quizzes, mock tests, and performance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platform enhances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problem-solving ability, speed, and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providing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simple, user-friendly, and accessible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learning environment,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Aptiora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students in achieving better performance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placement exams, competitive tests, and job assessments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708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4E025-22F3-B7E1-2ACF-8AF464D22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A132266-8102-17D5-6AA9-1D1248C851BD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AE8FC4B-DA95-F7E6-E0CF-789ED67721D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7633BE5-4E30-B0CA-8DD2-B5ECC61265A1}"/>
              </a:ext>
            </a:extLst>
          </p:cNvPr>
          <p:cNvSpPr txBox="1"/>
          <p:nvPr/>
        </p:nvSpPr>
        <p:spPr>
          <a:xfrm>
            <a:off x="457200" y="1109742"/>
            <a:ext cx="822924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React 18: </a:t>
            </a:r>
            <a:r>
              <a:rPr lang="en-US" sz="2400" dirty="0">
                <a:hlinkClick r:id="rId2"/>
              </a:rPr>
              <a:t>https://react.dev/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TypeScript: </a:t>
            </a:r>
            <a:r>
              <a:rPr lang="en-IN" sz="2400" dirty="0">
                <a:hlinkClick r:id="rId3"/>
              </a:rPr>
              <a:t>https://www.typescriptlang.org/docs/</a:t>
            </a:r>
            <a:endParaRPr lang="en-I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React Router: </a:t>
            </a:r>
            <a:r>
              <a:rPr lang="en-IN" sz="2400" dirty="0">
                <a:hlinkClick r:id="rId4"/>
              </a:rPr>
              <a:t>https://reactrouter.com/en/main</a:t>
            </a:r>
            <a:endParaRPr lang="en-I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Tailwind CSS: </a:t>
            </a:r>
            <a:r>
              <a:rPr lang="en-US" sz="2400" dirty="0">
                <a:hlinkClick r:id="rId5"/>
              </a:rPr>
              <a:t>https://tailwindcss.com/docs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err="1"/>
              <a:t>Radix</a:t>
            </a:r>
            <a:r>
              <a:rPr lang="fr-FR" sz="2400" dirty="0"/>
              <a:t> UI: </a:t>
            </a:r>
            <a:r>
              <a:rPr lang="fr-FR" sz="2400" dirty="0">
                <a:hlinkClick r:id="rId6"/>
              </a:rPr>
              <a:t>https://www.radix-ui.com/primitives/docs/overview/introduction</a:t>
            </a:r>
            <a:endParaRPr lang="fr-F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Canvas API: </a:t>
            </a:r>
            <a:r>
              <a:rPr lang="en-IN" sz="2400" dirty="0">
                <a:hlinkClick r:id="rId7"/>
              </a:rPr>
              <a:t>https://developer.mozilla.org/en-US/docs/Web/API/Canvas_API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8518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20" y="1661529"/>
            <a:ext cx="8394820" cy="3596272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8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35018</TotalTime>
  <Words>634</Words>
  <Application>Microsoft Office PowerPoint</Application>
  <PresentationFormat>On-screen Show (4:3)</PresentationFormat>
  <Paragraphs>88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Screenshots </vt:lpstr>
      <vt:lpstr>Screenshots </vt:lpstr>
      <vt:lpstr>Screenshots</vt:lpstr>
      <vt:lpstr>Screenshots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ayushi ayushi</cp:lastModifiedBy>
  <cp:revision>2309</cp:revision>
  <dcterms:created xsi:type="dcterms:W3CDTF">2010-04-09T07:36:15Z</dcterms:created>
  <dcterms:modified xsi:type="dcterms:W3CDTF">2026-05-17T17:10:19Z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